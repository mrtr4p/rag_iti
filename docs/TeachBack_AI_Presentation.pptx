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with the problem: students often mistake recognition for mastery. TeachBack AI asks them to produce, defend, and improve an explanation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this is more than document chat. The user teaches, the AI asks substantive questions, and the final feedback is grounded in the source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out the three tabs: TeachBack session, Ask the documents, and Progress. The sidebar accepts PDF/TXT uploads or a local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the three layers: knowledge preparation, the interactive TeachBack loop, and final evaluation. Green dashed lines show retrieved evidence supplied from ChromaDB.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an evaluated session during the demo. Expand the improved explanation and evidence, then open the mistake-correction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runs locally, which keeps the learning material and generation workflow on the user’s machine. Mention that the remaining saved evaluation miss is visible in evaluation/results.csv rather than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by returning to the core idea: understanding becomes visible when a learner can teach, answer follow-ups, and correct mistakes using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TeachBack AI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Document-grounded learning through teaching</a:t>
            </a:r>
            <a:br/>
            <a:br/>
            <a:r>
              <a:rPr/>
              <a:t>RAG Final Project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learning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Passive review can feel like mastery</a:t>
            </a:r>
          </a:p>
          <a:p>
            <a:pPr lvl="0"/>
            <a:r>
              <a:rPr b="1"/>
              <a:t>Explain</a:t>
            </a:r>
            <a:r>
              <a:rPr/>
              <a:t> a topic instead of recognizing familiar words</a:t>
            </a:r>
          </a:p>
          <a:p>
            <a:pPr lvl="0"/>
            <a:r>
              <a:rPr b="1"/>
              <a:t>Defend</a:t>
            </a:r>
            <a:r>
              <a:rPr/>
              <a:t> the explanation through contextual follow-up questions</a:t>
            </a:r>
          </a:p>
          <a:p>
            <a:pPr lvl="0"/>
            <a:r>
              <a:rPr b="1"/>
              <a:t>Improve</a:t>
            </a:r>
            <a:r>
              <a:rPr/>
              <a:t> using evidence-grounded feedback and repeated attempts</a:t>
            </a:r>
          </a:p>
          <a:p>
            <a:pPr lvl="0" indent="0" marL="1270000">
              <a:buNone/>
            </a:pPr>
            <a:r>
              <a:rPr sz="2000" b="1"/>
              <a:t>Core idea:</a:t>
            </a:r>
            <a:r>
              <a:rPr sz="2000"/>
              <a:t> To teach is to learn twice.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focused learning workflow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1. 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2. Teach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3. Evaluate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4. Improve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Upload PDF/TXT notes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Choose a topic and audience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Score the full conversation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Correct a mistake or reteach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Extract and index 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Explain for up to six turns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Find gaps, misconceptions, and jargon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Compare attempts over time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5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indexed documents support topic generation, contextual questions, cited answers, final evaluation, and progress tracking.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product experience</a:t>
            </a:r>
          </a:p>
        </p:txBody>
      </p:sp>
      <p:pic>
        <p:nvPicPr>
          <p:cNvPr descr="assets/app-screensho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and runtime flow</a:t>
            </a:r>
          </a:p>
        </p:txBody>
      </p:sp>
      <p:pic>
        <p:nvPicPr>
          <p:cNvPr descr="assets/teachback-architectur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Feedback designed for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Scoring:</a:t>
            </a:r>
            <a:r>
              <a:rPr/>
              <a:t> accuracy, clarity, completeness, and overall mastery</a:t>
            </a:r>
          </a:p>
          <a:p>
            <a:pPr lvl="0"/>
            <a:r>
              <a:rPr b="1"/>
              <a:t>Diagnosis:</a:t>
            </a:r>
            <a:r>
              <a:rPr/>
              <a:t> correct points, missing ideas, and misconceptions</a:t>
            </a:r>
          </a:p>
          <a:p>
            <a:pPr lvl="0"/>
            <a:r>
              <a:rPr b="1"/>
              <a:t>Audience awareness:</a:t>
            </a:r>
            <a:r>
              <a:rPr/>
              <a:t> unexplained jargon paired with simpler wording</a:t>
            </a:r>
          </a:p>
          <a:p>
            <a:pPr lvl="0"/>
            <a:r>
              <a:rPr b="1"/>
              <a:t>Active practice:</a:t>
            </a:r>
            <a:r>
              <a:rPr/>
              <a:t> mistake correction, citations, and progress across attempts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Local-first RAG implementation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Streamlit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FastAPI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Extraction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PyPDF + plain 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Embeddings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all-MiniLM-L6-v2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Retrieval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ChromaDB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Ollama + Qwen 2.5 3B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35400"/>
            <a:ext cx="8229600" cy="6223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Validated:</a:t>
            </a:r>
            <a:r>
              <a:rPr/>
              <a:t> 15/15 automated tests pass; 9/10 saved RAG checks meet the expected result.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from upload to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Upload course notes and start an AI-assigned topic.</a:t>
            </a:r>
          </a:p>
          <a:p>
            <a:pPr lvl="0" indent="-342900" marL="342900">
              <a:buAutoNum type="arabicPeriod"/>
            </a:pPr>
            <a:r>
              <a:rPr/>
              <a:t>Teach, answer a contextual follow-up, and finish the session.</a:t>
            </a:r>
          </a:p>
          <a:p>
            <a:pPr lvl="0" indent="-342900" marL="342900">
              <a:buAutoNum type="arabicPeriod"/>
            </a:pPr>
            <a:r>
              <a:rPr/>
              <a:t>Review feedback, correct a mistake, and show saved progress.</a:t>
            </a:r>
          </a:p>
          <a:p>
            <a:pPr lvl="0" indent="0" marL="1270000">
              <a:buNone/>
            </a:pPr>
            <a:r>
              <a:rPr sz="2000" b="1"/>
              <a:t>Takeaway:</a:t>
            </a:r>
            <a:r>
              <a:rPr sz="2000"/>
              <a:t> Personal documents become an evidence-grounded AI student that exposes gaps and helps learners build mastery.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TeachBack AI</dc:title>
  <dc:creator>RAG Final Project</dc:creator>
  <cp:keywords/>
  <dcterms:created xsi:type="dcterms:W3CDTF">2026-09-15T17:51:12Z</dcterms:created>
  <dcterms:modified xsi:type="dcterms:W3CDTF">2026-09-15T17:51:12Z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September 2026</vt:lpwstr>
  </property>
  <property fmtid="{D5CDD505-2E9C-101B-9397-08002B2CF9AE}" pid="3" name="subtitle">
    <vt:lpwstr>Document-grounded learning through teaching</vt:lpwstr>
  </property>
</Properties>
</file>